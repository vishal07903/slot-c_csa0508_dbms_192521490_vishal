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46304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CADCFC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138160" y="146304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38160" y="27889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9A03F"/>
          </a:solidFill>
          <a:ln/>
        </p:spPr>
      </p:sp>
      <p:sp>
        <p:nvSpPr>
          <p:cNvPr id="5" name="Text 3"/>
          <p:cNvSpPr/>
          <p:nvPr/>
        </p:nvSpPr>
        <p:spPr>
          <a:xfrm>
            <a:off x="8138160" y="2788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38160" y="411480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CADCFC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138160" y="41148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7223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Three-Level ANSI/SPARC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406908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abstraction through the External, Conceptual, and Internal views of a database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 •  Bloom Level 2 — Understand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Layered Architecture?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by ANSI/X3/SPARC (1975) to separate how data is used from how it is stored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631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 views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users need different, simplified pictures of the same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2631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2631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changes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3774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structures, indexes, or file organization can change without breaking applications.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8176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176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structure changes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entities or relationships can be added without disturbing existing user views.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38176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8176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3566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39319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data description from applications, reducing maintenance cost.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Levels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751076" y="1417320"/>
            <a:ext cx="868680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116836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16836" y="19842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Level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31636" y="14173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views — what each user or application sees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57316" y="2624328"/>
            <a:ext cx="274320" cy="283464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751076" y="2926080"/>
            <a:ext cx="8686800" cy="1188720"/>
          </a:xfrm>
          <a:prstGeom prst="roundRect">
            <a:avLst>
              <a:gd name="adj" fmla="val 7692"/>
            </a:avLst>
          </a:prstGeom>
          <a:solidFill>
            <a:srgbClr val="F9A03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16836" y="3063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16836" y="3493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Level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31636" y="292608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view — entities, relationships, constraints for the whole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7316" y="4133088"/>
            <a:ext cx="274320" cy="283464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1751076" y="4434840"/>
            <a:ext cx="8686800" cy="1188720"/>
          </a:xfrm>
          <a:prstGeom prst="roundRect">
            <a:avLst>
              <a:gd name="adj" fmla="val 7692"/>
            </a:avLst>
          </a:prstGeom>
          <a:solidFill>
            <a:srgbClr val="8FA8D9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16836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16836" y="5001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Level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1636" y="443484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is actually stored — files, indexes, access paths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(View Level)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30632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4069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Dashboard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50749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the users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the part of the database relevant to a specific user or application — a subschema.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group can have a different, simplified view; irrelevant data is hidden.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can combine, rename, or restrict columns without touching the underlying data.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Insulated from changes at the conceptual level by external/conceptual mapping.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97764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526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college DBMS: a Student view shows only “Name, Roll No, Marks”; an Accounts view of the same database shows only “Roll No, Fee Due, Payment Status.” Neither view exposes the other's columns.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9A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(Logical Level)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2918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393192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3931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72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3547872"/>
            <a:ext cx="914400" cy="5029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4160520"/>
            <a:ext cx="914400" cy="5029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548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view of the whole database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128016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data is stored and the relationships among data across the entire organization.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entities, attributes, relationships, constraints, and security/integrity rules — independent of any one application.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physical storage details (files, indexes) from users, and hides individual user views from each other.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by the conceptual schema — often modeled with an ER diagram.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97764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526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database defines entities Student, Course, and Department along with relationships “enrolls in” and “offers,” plus constraints like “a student cannot enroll without a valid Roll No.” This single schema serves every application.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8FA8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Level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(Physical Level)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6576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1148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572000"/>
            <a:ext cx="2926080" cy="347472"/>
          </a:xfrm>
          <a:prstGeom prst="roundRect">
            <a:avLst>
              <a:gd name="adj" fmla="val 13158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blocks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548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to physical storage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3440" y="1280160"/>
            <a:ext cx="6949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how data is physically stored: file organization, record formats, and storage allocation.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indexes, access paths, data compression, and encryption for performance and efficiency.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DBMS and database administrator — invisible to ordinary users.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(e.g., new index added, storage engine upgraded) without affecting the conceptual or external levels.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3977640"/>
            <a:ext cx="694944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4160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example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45262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DBA adds a B-tree index on the “Roll No” column to speed up searches, or migrates data files from one disk array to another. Students and staff notice nothing — their views and the logical schema stay unchanged.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Independence: Why It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645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0120" y="22402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conceptual schema (add entities, attributes, relationships) without altering existing external views or application programs.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↔ Conceptual mapping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212080" cy="2286000"/>
          </a:xfrm>
          <a:prstGeom prst="roundRect">
            <a:avLst>
              <a:gd name="adj" fmla="val 4000"/>
            </a:avLst>
          </a:prstGeom>
          <a:solidFill>
            <a:srgbClr val="F9A03F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45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change the internal schema (storage structures, indexes, file organization) without altering the conceptual schema.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↔ Internal mapping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16204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1605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ANSI/SPARC three-level architecture separates what the user sees (External), what the organization models (Conceptual), and how data is stored (Internal) — giving each layer freedom to change without disrupting the others.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091672" y="6400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ANSI/SPARC Three-Level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2026-07-25T06:04:23Z</dcterms:created>
  <dcterms:modified xsi:type="dcterms:W3CDTF">2026-07-25T06:04:23Z</dcterms:modified>
</cp:coreProperties>
</file>